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Century Gothic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iywb+YBkyEsXkB00OtvkMDucrt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regular.fntdata"/><Relationship Id="rId11" Type="http://schemas.openxmlformats.org/officeDocument/2006/relationships/slide" Target="slides/slide7.xml"/><Relationship Id="rId22" Type="http://schemas.openxmlformats.org/officeDocument/2006/relationships/font" Target="fonts/CenturyGothic-italic.fntdata"/><Relationship Id="rId10" Type="http://schemas.openxmlformats.org/officeDocument/2006/relationships/slide" Target="slides/slide6.xml"/><Relationship Id="rId21" Type="http://schemas.openxmlformats.org/officeDocument/2006/relationships/font" Target="fonts/CenturyGothic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CenturyGothic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38acfe750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0" name="Google Shape;130;g338acfe7504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c762ae95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5c762ae955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de551c8c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8de551c8c0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8dbc7f2c2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g38dbc7f2c22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dbc7f2c22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8dbc7f2c2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a7db8b3d50_1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a7db8b3d50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7db8b3d50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a7db8b3d5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7db8b3d50_1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a7db8b3d50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7db8b3d50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a7db8b3d5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7db8b3d50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7db8b3d5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7db8b3d50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a7db8b3d5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8dc94ae29d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8dc94ae29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5c762ae95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g35c762ae955_0_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9"/>
          <p:cNvSpPr/>
          <p:nvPr/>
        </p:nvSpPr>
        <p:spPr>
          <a:xfrm>
            <a:off x="10208695" y="1"/>
            <a:ext cx="1135066" cy="477997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9"/>
          <p:cNvSpPr/>
          <p:nvPr/>
        </p:nvSpPr>
        <p:spPr>
          <a:xfrm flipH="1">
            <a:off x="555710" y="1064829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11"/>
          <p:cNvSpPr/>
          <p:nvPr/>
        </p:nvSpPr>
        <p:spPr>
          <a:xfrm>
            <a:off x="10208695" y="1"/>
            <a:ext cx="1135066" cy="477997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1"/>
          <p:cNvSpPr/>
          <p:nvPr/>
        </p:nvSpPr>
        <p:spPr>
          <a:xfrm flipH="1">
            <a:off x="555710" y="1064829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2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2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3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3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14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4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" name="Google Shape;58;p15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16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17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18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8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19"/>
          <p:cNvSpPr/>
          <p:nvPr/>
        </p:nvSpPr>
        <p:spPr>
          <a:xfrm rot="-5400000">
            <a:off x="-388933" y="4841194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9"/>
          <p:cNvSpPr/>
          <p:nvPr/>
        </p:nvSpPr>
        <p:spPr>
          <a:xfrm>
            <a:off x="10494433" y="2"/>
            <a:ext cx="849328" cy="357668"/>
          </a:xfrm>
          <a:custGeom>
            <a:rect b="b" l="l" r="r" t="t"/>
            <a:pathLst>
              <a:path extrusionOk="0" h="477997" w="1135066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  <a:defRPr b="0" i="0" sz="3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15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>
            <p:ph type="ctrTitle"/>
          </p:nvPr>
        </p:nvSpPr>
        <p:spPr>
          <a:xfrm>
            <a:off x="6194715" y="482906"/>
            <a:ext cx="5910330" cy="144652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entury Gothic"/>
              <a:buNone/>
            </a:pPr>
            <a:r>
              <a:rPr lang="en-US" sz="4800"/>
              <a:t>Repleno</a:t>
            </a:r>
            <a:endParaRPr sz="4800"/>
          </a:p>
        </p:txBody>
      </p:sp>
      <p:sp>
        <p:nvSpPr>
          <p:cNvPr id="100" name="Google Shape;100;p1"/>
          <p:cNvSpPr txBox="1"/>
          <p:nvPr>
            <p:ph idx="1" type="subTitle"/>
          </p:nvPr>
        </p:nvSpPr>
        <p:spPr>
          <a:xfrm>
            <a:off x="6086445" y="3156434"/>
            <a:ext cx="6018600" cy="32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Century Gothic"/>
                <a:ea typeface="Century Gothic"/>
                <a:cs typeface="Century Gothic"/>
                <a:sym typeface="Century Gothic"/>
              </a:rPr>
              <a:t>Nombres:</a:t>
            </a:r>
            <a:r>
              <a:rPr lang="en-US" sz="2000"/>
              <a:t> </a:t>
            </a:r>
            <a:r>
              <a:rPr lang="en-US" sz="2000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2000"/>
              <a:t>S</a:t>
            </a:r>
            <a:r>
              <a:rPr lang="en-US" sz="2000">
                <a:latin typeface="Century Gothic"/>
                <a:ea typeface="Century Gothic"/>
                <a:cs typeface="Century Gothic"/>
                <a:sym typeface="Century Gothic"/>
              </a:rPr>
              <a:t>ebastian Martinez, </a:t>
            </a:r>
            <a:r>
              <a:rPr lang="en-US" sz="2000"/>
              <a:t>Matias Ordenes, Jordy Lizana</a:t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Century Gothic"/>
                <a:ea typeface="Century Gothic"/>
                <a:cs typeface="Century Gothic"/>
                <a:sym typeface="Century Gothic"/>
              </a:rPr>
              <a:t>Fecha:</a:t>
            </a:r>
            <a:r>
              <a:rPr lang="en-US" sz="2000"/>
              <a:t>21</a:t>
            </a:r>
            <a:r>
              <a:rPr lang="en-US" sz="2000">
                <a:latin typeface="Century Gothic"/>
                <a:ea typeface="Century Gothic"/>
                <a:cs typeface="Century Gothic"/>
                <a:sym typeface="Century Gothic"/>
              </a:rPr>
              <a:t>-</a:t>
            </a:r>
            <a:r>
              <a:rPr lang="en-US" sz="2000"/>
              <a:t>11</a:t>
            </a:r>
            <a:r>
              <a:rPr lang="en-US" sz="2000">
                <a:latin typeface="Century Gothic"/>
                <a:ea typeface="Century Gothic"/>
                <a:cs typeface="Century Gothic"/>
                <a:sym typeface="Century Gothic"/>
              </a:rPr>
              <a:t>-202</a:t>
            </a:r>
            <a:r>
              <a:rPr lang="en-US" sz="2000"/>
              <a:t>5</a:t>
            </a:r>
            <a:endParaRPr sz="2000"/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Century Gothic"/>
                <a:ea typeface="Century Gothic"/>
                <a:cs typeface="Century Gothic"/>
                <a:sym typeface="Century Gothic"/>
              </a:rPr>
              <a:t>Asignatura:</a:t>
            </a:r>
            <a:r>
              <a:rPr lang="en-US" sz="2000"/>
              <a:t> Capstone 007D</a:t>
            </a:r>
            <a:endParaRPr sz="2000">
              <a:solidFill>
                <a:srgbClr val="262626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000">
              <a:solidFill>
                <a:srgbClr val="262626"/>
              </a:solidFill>
            </a:endParaRPr>
          </a:p>
          <a:p>
            <a:pPr indent="-3556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Century Gothic"/>
                <a:ea typeface="Century Gothic"/>
                <a:cs typeface="Century Gothic"/>
                <a:sym typeface="Century Gothic"/>
              </a:rPr>
              <a:t>Docente</a:t>
            </a:r>
            <a:r>
              <a:rPr lang="en-US" sz="2000"/>
              <a:t>: Juan Alberto Gana</a:t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 flipH="1">
            <a:off x="530529" y="1"/>
            <a:ext cx="1155142" cy="591009"/>
          </a:xfrm>
          <a:custGeom>
            <a:rect b="b" l="l" r="r" t="t"/>
            <a:pathLst>
              <a:path extrusionOk="0" h="591009" w="1155142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/>
          <p:nvPr/>
        </p:nvSpPr>
        <p:spPr>
          <a:xfrm flipH="1">
            <a:off x="4349052" y="0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 flipH="1">
            <a:off x="0" y="2916245"/>
            <a:ext cx="159741" cy="552996"/>
          </a:xfrm>
          <a:custGeom>
            <a:rect b="b" l="l" r="r" t="t"/>
            <a:pathLst>
              <a:path extrusionOk="0" h="552996" w="159741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/>
          <p:nvPr/>
        </p:nvSpPr>
        <p:spPr>
          <a:xfrm flipH="1">
            <a:off x="0" y="5835649"/>
            <a:ext cx="1548180" cy="1022351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/>
          <p:nvPr/>
        </p:nvSpPr>
        <p:spPr>
          <a:xfrm flipH="1">
            <a:off x="3697761" y="5717906"/>
            <a:ext cx="1771609" cy="1140095"/>
          </a:xfrm>
          <a:custGeom>
            <a:rect b="b" l="l" r="r" t="t"/>
            <a:pathLst>
              <a:path extrusionOk="0" h="1140095" w="1771609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"/>
          <p:cNvSpPr/>
          <p:nvPr/>
        </p:nvSpPr>
        <p:spPr>
          <a:xfrm flipH="1">
            <a:off x="4520513" y="6258756"/>
            <a:ext cx="1565940" cy="599245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6402490" y="2206656"/>
            <a:ext cx="52891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Escuela de informática y telecomunicaciones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tipo&#10;&#10;Descripción generada automáticamente" id="108" name="Google Shape;10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5673" y="341624"/>
            <a:ext cx="2663375" cy="652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840" y="1408869"/>
            <a:ext cx="4926530" cy="4783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"/>
          <p:cNvSpPr/>
          <p:nvPr/>
        </p:nvSpPr>
        <p:spPr>
          <a:xfrm>
            <a:off x="58050" y="-12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8947561" y="144699"/>
            <a:ext cx="2988000" cy="2988000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 txBox="1"/>
          <p:nvPr>
            <p:ph type="ctrTitle"/>
          </p:nvPr>
        </p:nvSpPr>
        <p:spPr>
          <a:xfrm>
            <a:off x="6956175" y="432773"/>
            <a:ext cx="42504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Introduccion</a:t>
            </a:r>
            <a:endParaRPr sz="2000"/>
          </a:p>
        </p:txBody>
      </p:sp>
      <p:sp>
        <p:nvSpPr>
          <p:cNvPr id="117" name="Google Shape;117;p2"/>
          <p:cNvSpPr/>
          <p:nvPr/>
        </p:nvSpPr>
        <p:spPr>
          <a:xfrm>
            <a:off x="11284779" y="5954217"/>
            <a:ext cx="513300" cy="499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225" y="1090375"/>
            <a:ext cx="6236326" cy="467725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"/>
          <p:cNvSpPr/>
          <p:nvPr/>
        </p:nvSpPr>
        <p:spPr>
          <a:xfrm flipH="1">
            <a:off x="0" y="5854045"/>
            <a:ext cx="1548180" cy="1004460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 flipH="1" rot="10800000">
            <a:off x="6789545" y="5"/>
            <a:ext cx="1565940" cy="599245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6956163" y="1630088"/>
            <a:ext cx="4250400" cy="6576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Problematica presentada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6956163" y="3318550"/>
            <a:ext cx="4080900" cy="5991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Solucion definida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6966063" y="2533300"/>
            <a:ext cx="4230600" cy="5994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Cliente 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6956176" y="4103500"/>
            <a:ext cx="4328700" cy="5991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API, Normas y restricciones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6956163" y="4888450"/>
            <a:ext cx="4080900" cy="5991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Muestras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Logotipo&#10;&#10;Descripción generada automáticamente" id="126" name="Google Shape;12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3223" y="194824"/>
            <a:ext cx="2663375" cy="65251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"/>
          <p:cNvSpPr txBox="1"/>
          <p:nvPr/>
        </p:nvSpPr>
        <p:spPr>
          <a:xfrm>
            <a:off x="6956163" y="5673400"/>
            <a:ext cx="4080900" cy="5991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Terminos y condiciones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8acfe7504_0_23"/>
          <p:cNvSpPr/>
          <p:nvPr/>
        </p:nvSpPr>
        <p:spPr>
          <a:xfrm>
            <a:off x="8947561" y="144699"/>
            <a:ext cx="2988000" cy="2988000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g338acfe7504_0_23"/>
          <p:cNvSpPr txBox="1"/>
          <p:nvPr>
            <p:ph type="ctrTitle"/>
          </p:nvPr>
        </p:nvSpPr>
        <p:spPr>
          <a:xfrm>
            <a:off x="3469100" y="729025"/>
            <a:ext cx="57924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Problematica presentada</a:t>
            </a:r>
            <a:endParaRPr sz="2000"/>
          </a:p>
        </p:txBody>
      </p:sp>
      <p:sp>
        <p:nvSpPr>
          <p:cNvPr id="134" name="Google Shape;134;g338acfe7504_0_23"/>
          <p:cNvSpPr/>
          <p:nvPr/>
        </p:nvSpPr>
        <p:spPr>
          <a:xfrm>
            <a:off x="11284779" y="5954217"/>
            <a:ext cx="513300" cy="499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338acfe7504_0_23"/>
          <p:cNvSpPr/>
          <p:nvPr/>
        </p:nvSpPr>
        <p:spPr>
          <a:xfrm flipH="1">
            <a:off x="0" y="5854045"/>
            <a:ext cx="1548180" cy="1004460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g338acfe7504_0_23"/>
          <p:cNvSpPr/>
          <p:nvPr/>
        </p:nvSpPr>
        <p:spPr>
          <a:xfrm flipH="1" rot="10800000">
            <a:off x="6789545" y="5"/>
            <a:ext cx="1565940" cy="599245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38acfe7504_0_23"/>
          <p:cNvSpPr txBox="1"/>
          <p:nvPr/>
        </p:nvSpPr>
        <p:spPr>
          <a:xfrm>
            <a:off x="1866550" y="2098600"/>
            <a:ext cx="3254700" cy="657600"/>
          </a:xfrm>
          <a:prstGeom prst="rect">
            <a:avLst/>
          </a:prstGeom>
          <a:solidFill>
            <a:srgbClr val="B4A7D6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Mala organizacion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8" name="Google Shape;138;g338acfe7504_0_23"/>
          <p:cNvSpPr txBox="1"/>
          <p:nvPr/>
        </p:nvSpPr>
        <p:spPr>
          <a:xfrm>
            <a:off x="6268775" y="3739750"/>
            <a:ext cx="4626600" cy="5994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Falta de historial y registros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9" name="Google Shape;139;g338acfe7504_0_23"/>
          <p:cNvSpPr txBox="1"/>
          <p:nvPr/>
        </p:nvSpPr>
        <p:spPr>
          <a:xfrm>
            <a:off x="1812100" y="3675150"/>
            <a:ext cx="3828000" cy="5994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Pérdida de seguimiento 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0" name="Google Shape;140;g338acfe7504_0_23"/>
          <p:cNvSpPr txBox="1"/>
          <p:nvPr/>
        </p:nvSpPr>
        <p:spPr>
          <a:xfrm>
            <a:off x="5368100" y="2098600"/>
            <a:ext cx="5527200" cy="657600"/>
          </a:xfrm>
          <a:prstGeom prst="rect">
            <a:avLst/>
          </a:prstGeom>
          <a:solidFill>
            <a:srgbClr val="D5A6BD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Gestión de inventario escaso o nulo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Logotipo&#10;&#10;Descripción generada automáticamente" id="141" name="Google Shape;141;g338acfe7504_0_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848" y="205324"/>
            <a:ext cx="2663375" cy="652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5c762ae955_0_23"/>
          <p:cNvSpPr/>
          <p:nvPr/>
        </p:nvSpPr>
        <p:spPr>
          <a:xfrm>
            <a:off x="0" y="-12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5c762ae955_0_23"/>
          <p:cNvSpPr/>
          <p:nvPr/>
        </p:nvSpPr>
        <p:spPr>
          <a:xfrm>
            <a:off x="8947561" y="144699"/>
            <a:ext cx="2988000" cy="2988000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5c762ae955_0_23"/>
          <p:cNvSpPr txBox="1"/>
          <p:nvPr>
            <p:ph type="ctrTitle"/>
          </p:nvPr>
        </p:nvSpPr>
        <p:spPr>
          <a:xfrm>
            <a:off x="3927400" y="432775"/>
            <a:ext cx="56994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Clientes</a:t>
            </a:r>
            <a:endParaRPr sz="2000"/>
          </a:p>
        </p:txBody>
      </p:sp>
      <p:sp>
        <p:nvSpPr>
          <p:cNvPr id="149" name="Google Shape;149;g35c762ae955_0_23"/>
          <p:cNvSpPr/>
          <p:nvPr/>
        </p:nvSpPr>
        <p:spPr>
          <a:xfrm>
            <a:off x="11284779" y="5954217"/>
            <a:ext cx="513300" cy="499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5c762ae955_0_23"/>
          <p:cNvSpPr/>
          <p:nvPr/>
        </p:nvSpPr>
        <p:spPr>
          <a:xfrm flipH="1">
            <a:off x="0" y="5854045"/>
            <a:ext cx="1548180" cy="1004460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5c762ae955_0_23"/>
          <p:cNvSpPr/>
          <p:nvPr/>
        </p:nvSpPr>
        <p:spPr>
          <a:xfrm flipH="1" rot="10800000">
            <a:off x="2840420" y="505"/>
            <a:ext cx="1565940" cy="599245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g35c762ae955_0_23"/>
          <p:cNvSpPr txBox="1"/>
          <p:nvPr/>
        </p:nvSpPr>
        <p:spPr>
          <a:xfrm>
            <a:off x="1212725" y="2418700"/>
            <a:ext cx="3327900" cy="6576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Dueños de negocios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3" name="Google Shape;153;g35c762ae955_0_23"/>
          <p:cNvSpPr txBox="1"/>
          <p:nvPr/>
        </p:nvSpPr>
        <p:spPr>
          <a:xfrm>
            <a:off x="1212725" y="4123530"/>
            <a:ext cx="3327900" cy="5994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Almacenes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4" name="Google Shape;154;g35c762ae955_0_23"/>
          <p:cNvSpPr txBox="1"/>
          <p:nvPr/>
        </p:nvSpPr>
        <p:spPr>
          <a:xfrm>
            <a:off x="1212725" y="3332200"/>
            <a:ext cx="3327900" cy="5994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Pymes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55" name="Google Shape;155;g35c762ae955_0_23" title="descarga (3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56184" y="1933184"/>
            <a:ext cx="3702300" cy="370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pción generada automáticamente" id="156" name="Google Shape;156;g35c762ae955_0_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9498" y="435312"/>
            <a:ext cx="2663375" cy="652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de551c8c0_1_0"/>
          <p:cNvSpPr txBox="1"/>
          <p:nvPr>
            <p:ph type="ctrTitle"/>
          </p:nvPr>
        </p:nvSpPr>
        <p:spPr>
          <a:xfrm>
            <a:off x="3268950" y="139778"/>
            <a:ext cx="59175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 sz="3500"/>
              <a:t>Solucion definida</a:t>
            </a:r>
            <a:endParaRPr sz="3500"/>
          </a:p>
        </p:txBody>
      </p:sp>
      <p:sp>
        <p:nvSpPr>
          <p:cNvPr id="162" name="Google Shape;162;g38de551c8c0_1_0"/>
          <p:cNvSpPr/>
          <p:nvPr/>
        </p:nvSpPr>
        <p:spPr>
          <a:xfrm flipH="1">
            <a:off x="530529" y="1"/>
            <a:ext cx="1155142" cy="591009"/>
          </a:xfrm>
          <a:custGeom>
            <a:rect b="b" l="l" r="r" t="t"/>
            <a:pathLst>
              <a:path extrusionOk="0" h="591009" w="1155142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g38de551c8c0_1_0"/>
          <p:cNvSpPr/>
          <p:nvPr/>
        </p:nvSpPr>
        <p:spPr>
          <a:xfrm flipH="1" rot="5400000">
            <a:off x="10843531" y="2080531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8de551c8c0_1_0"/>
          <p:cNvSpPr/>
          <p:nvPr/>
        </p:nvSpPr>
        <p:spPr>
          <a:xfrm flipH="1">
            <a:off x="0" y="2916245"/>
            <a:ext cx="159741" cy="552996"/>
          </a:xfrm>
          <a:custGeom>
            <a:rect b="b" l="l" r="r" t="t"/>
            <a:pathLst>
              <a:path extrusionOk="0" h="552996" w="159741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8de551c8c0_1_0"/>
          <p:cNvSpPr/>
          <p:nvPr/>
        </p:nvSpPr>
        <p:spPr>
          <a:xfrm flipH="1">
            <a:off x="10330470" y="6258755"/>
            <a:ext cx="1565940" cy="599245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8de551c8c0_1_0"/>
          <p:cNvSpPr txBox="1"/>
          <p:nvPr/>
        </p:nvSpPr>
        <p:spPr>
          <a:xfrm>
            <a:off x="1372050" y="2615338"/>
            <a:ext cx="3702300" cy="6576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Asistente inteligente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7" name="Google Shape;167;g38de551c8c0_1_0"/>
          <p:cNvSpPr txBox="1"/>
          <p:nvPr/>
        </p:nvSpPr>
        <p:spPr>
          <a:xfrm>
            <a:off x="1352225" y="4109700"/>
            <a:ext cx="3702300" cy="5994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Sistema de compras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8" name="Google Shape;168;g38de551c8c0_1_0"/>
          <p:cNvSpPr txBox="1"/>
          <p:nvPr/>
        </p:nvSpPr>
        <p:spPr>
          <a:xfrm>
            <a:off x="1352225" y="3423250"/>
            <a:ext cx="3702300" cy="5991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Inventario 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69" name="Google Shape;169;g38de551c8c0_1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4298" y="924600"/>
            <a:ext cx="3817975" cy="299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8de551c8c0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14025" y="4086638"/>
            <a:ext cx="3028950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8de551c8c0_1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6375" y="4109700"/>
            <a:ext cx="1844100" cy="184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&#10;&#10;Descripción generada automáticamente" id="172" name="Google Shape;172;g38de551c8c0_1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9748" y="397924"/>
            <a:ext cx="2663375" cy="652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dbc7f2c22_0_7"/>
          <p:cNvSpPr/>
          <p:nvPr/>
        </p:nvSpPr>
        <p:spPr>
          <a:xfrm>
            <a:off x="0" y="-12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g38dbc7f2c22_0_7"/>
          <p:cNvSpPr/>
          <p:nvPr/>
        </p:nvSpPr>
        <p:spPr>
          <a:xfrm>
            <a:off x="8947561" y="144699"/>
            <a:ext cx="2988000" cy="2988000"/>
          </a:xfrm>
          <a:prstGeom prst="arc">
            <a:avLst>
              <a:gd fmla="val 14441841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g38dbc7f2c22_0_7"/>
          <p:cNvSpPr/>
          <p:nvPr/>
        </p:nvSpPr>
        <p:spPr>
          <a:xfrm>
            <a:off x="11284779" y="5954217"/>
            <a:ext cx="513300" cy="4995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8dbc7f2c22_0_7"/>
          <p:cNvSpPr/>
          <p:nvPr/>
        </p:nvSpPr>
        <p:spPr>
          <a:xfrm flipH="1">
            <a:off x="0" y="5854045"/>
            <a:ext cx="1548180" cy="1004460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8dbc7f2c22_0_7"/>
          <p:cNvSpPr/>
          <p:nvPr/>
        </p:nvSpPr>
        <p:spPr>
          <a:xfrm flipH="1" rot="10800000">
            <a:off x="2840420" y="505"/>
            <a:ext cx="1565940" cy="599245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g38dbc7f2c22_0_7"/>
          <p:cNvSpPr txBox="1"/>
          <p:nvPr>
            <p:ph type="ctrTitle"/>
          </p:nvPr>
        </p:nvSpPr>
        <p:spPr>
          <a:xfrm>
            <a:off x="4954100" y="-28675"/>
            <a:ext cx="56994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APIs</a:t>
            </a:r>
            <a:endParaRPr sz="2000"/>
          </a:p>
        </p:txBody>
      </p:sp>
      <p:pic>
        <p:nvPicPr>
          <p:cNvPr id="183" name="Google Shape;183;g38dbc7f2c22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975" y="3864800"/>
            <a:ext cx="3825652" cy="100445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84" name="Google Shape;184;g38dbc7f2c22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975" y="1873450"/>
            <a:ext cx="3592524" cy="11429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85" name="Google Shape;185;g38dbc7f2c22_0_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6829" y="1538275"/>
            <a:ext cx="6037952" cy="401522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descr="Logotipo&#10;&#10;Descripción generada automáticamente" id="186" name="Google Shape;186;g38dbc7f2c22_0_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2673" y="299699"/>
            <a:ext cx="2663375" cy="652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dbc7f2c22_0_2"/>
          <p:cNvSpPr txBox="1"/>
          <p:nvPr>
            <p:ph type="ctrTitle"/>
          </p:nvPr>
        </p:nvSpPr>
        <p:spPr>
          <a:xfrm>
            <a:off x="3927400" y="432775"/>
            <a:ext cx="56994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Normas ISO</a:t>
            </a:r>
            <a:endParaRPr sz="2000"/>
          </a:p>
        </p:txBody>
      </p:sp>
      <p:pic>
        <p:nvPicPr>
          <p:cNvPr descr="Logotipo&#10;&#10;Descripción generada automáticamente" id="192" name="Google Shape;192;g38dbc7f2c22_0_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248" y="257724"/>
            <a:ext cx="2663375" cy="652516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38dbc7f2c22_0_2"/>
          <p:cNvSpPr txBox="1"/>
          <p:nvPr/>
        </p:nvSpPr>
        <p:spPr>
          <a:xfrm>
            <a:off x="928000" y="1662225"/>
            <a:ext cx="5699400" cy="5991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Seguridad de la 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información 27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.001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4" name="Google Shape;194;g38dbc7f2c22_0_2"/>
          <p:cNvSpPr txBox="1"/>
          <p:nvPr/>
        </p:nvSpPr>
        <p:spPr>
          <a:xfrm>
            <a:off x="7359700" y="2261625"/>
            <a:ext cx="3702300" cy="12213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-Usabilidad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-Seguridad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-Rendimiento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5" name="Google Shape;195;g38dbc7f2c22_0_2"/>
          <p:cNvSpPr txBox="1"/>
          <p:nvPr/>
        </p:nvSpPr>
        <p:spPr>
          <a:xfrm>
            <a:off x="7359700" y="1662075"/>
            <a:ext cx="4362900" cy="5994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Calidad de 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software 25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.010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g38dbc7f2c22_0_2"/>
          <p:cNvSpPr txBox="1"/>
          <p:nvPr/>
        </p:nvSpPr>
        <p:spPr>
          <a:xfrm>
            <a:off x="7359700" y="3482919"/>
            <a:ext cx="3702300" cy="17130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-Evaluar cargas de tablas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-Revision de bugs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-Pruebas de 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regresión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7" name="Google Shape;197;g38dbc7f2c22_0_2"/>
          <p:cNvSpPr txBox="1"/>
          <p:nvPr/>
        </p:nvSpPr>
        <p:spPr>
          <a:xfrm>
            <a:off x="928000" y="2261625"/>
            <a:ext cx="4362900" cy="12213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-Control de acceso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Gestión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riesgo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Protección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datos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8" name="Google Shape;198;g38dbc7f2c22_0_2"/>
          <p:cNvSpPr txBox="1"/>
          <p:nvPr/>
        </p:nvSpPr>
        <p:spPr>
          <a:xfrm>
            <a:off x="928000" y="3483225"/>
            <a:ext cx="3287400" cy="15606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-FireBase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-Roles y permisos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-Procesamiento de archivos 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7db8b3d50_1_22"/>
          <p:cNvSpPr txBox="1"/>
          <p:nvPr>
            <p:ph type="ctrTitle"/>
          </p:nvPr>
        </p:nvSpPr>
        <p:spPr>
          <a:xfrm>
            <a:off x="3246300" y="633300"/>
            <a:ext cx="56994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1428"/>
              <a:buFont typeface="Century Gothic"/>
              <a:buNone/>
            </a:pPr>
            <a:r>
              <a:rPr lang="en-US" sz="3500"/>
              <a:t>Suposiciones y restricciones</a:t>
            </a:r>
            <a:endParaRPr sz="2000"/>
          </a:p>
        </p:txBody>
      </p:sp>
      <p:pic>
        <p:nvPicPr>
          <p:cNvPr descr="Logotipo&#10;&#10;Descripción generada automáticamente" id="204" name="Google Shape;204;g3a7db8b3d50_1_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248" y="257724"/>
            <a:ext cx="2663375" cy="65251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a7db8b3d50_1_22"/>
          <p:cNvSpPr txBox="1"/>
          <p:nvPr/>
        </p:nvSpPr>
        <p:spPr>
          <a:xfrm>
            <a:off x="1394675" y="2052150"/>
            <a:ext cx="4488000" cy="27537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-Disponibilidad de internet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-Conocimiento 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básico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-Acceso de dispositivos compatibles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Integración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funcional de APIs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-Datos en plantilla CSV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6" name="Google Shape;206;g3a7db8b3d50_1_22"/>
          <p:cNvSpPr txBox="1"/>
          <p:nvPr/>
        </p:nvSpPr>
        <p:spPr>
          <a:xfrm>
            <a:off x="6116050" y="2052200"/>
            <a:ext cx="5554500" cy="27537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-Dependencias de 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servicios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externos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Limitación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presupuesto y recursos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-Alcance a negocios pequeños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-Capacidad de almacenamiento y nube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-Privacidad y seguridad de datos</a:t>
            </a:r>
            <a:endParaRPr sz="24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g3a7db8b3d50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5125" y="166688"/>
            <a:ext cx="6381750" cy="6524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7db8b3d50_1_13"/>
          <p:cNvSpPr txBox="1"/>
          <p:nvPr>
            <p:ph type="ctrTitle"/>
          </p:nvPr>
        </p:nvSpPr>
        <p:spPr>
          <a:xfrm>
            <a:off x="3927400" y="432775"/>
            <a:ext cx="56994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entury Gothic"/>
              <a:buNone/>
            </a:pPr>
            <a:r>
              <a:rPr lang="en-US" sz="3500"/>
              <a:t>selección</a:t>
            </a:r>
            <a:r>
              <a:rPr lang="en-US" sz="3500"/>
              <a:t> de plan</a:t>
            </a:r>
            <a:endParaRPr sz="2000"/>
          </a:p>
        </p:txBody>
      </p:sp>
      <p:pic>
        <p:nvPicPr>
          <p:cNvPr descr="Logotipo&#10;&#10;Descripción generada automáticamente" id="217" name="Google Shape;217;g3a7db8b3d50_1_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248" y="257724"/>
            <a:ext cx="2663375" cy="6525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g3a7db8b3d50_1_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900" y="1169350"/>
            <a:ext cx="10806484" cy="546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g3a7db8b3d50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650" y="1472475"/>
            <a:ext cx="12191999" cy="4479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g3a7db8b3d50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850" y="1676225"/>
            <a:ext cx="12010202" cy="287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g3a7db8b3d50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8388" y="1843088"/>
            <a:ext cx="7515225" cy="31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8dc94ae29d_0_12"/>
          <p:cNvSpPr txBox="1"/>
          <p:nvPr>
            <p:ph type="ctrTitle"/>
          </p:nvPr>
        </p:nvSpPr>
        <p:spPr>
          <a:xfrm>
            <a:off x="3268950" y="139778"/>
            <a:ext cx="5917500" cy="591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 sz="3500"/>
              <a:t>Terminos y condiciones</a:t>
            </a:r>
            <a:endParaRPr sz="3500"/>
          </a:p>
        </p:txBody>
      </p:sp>
      <p:sp>
        <p:nvSpPr>
          <p:cNvPr id="239" name="Google Shape;239;g38dc94ae29d_0_12"/>
          <p:cNvSpPr txBox="1"/>
          <p:nvPr/>
        </p:nvSpPr>
        <p:spPr>
          <a:xfrm>
            <a:off x="516025" y="2381953"/>
            <a:ext cx="3702300" cy="827100"/>
          </a:xfrm>
          <a:prstGeom prst="rect">
            <a:avLst/>
          </a:prstGeom>
          <a:solidFill>
            <a:srgbClr val="EA999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Protección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 datos y aspecto legal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0" name="Google Shape;240;g38dc94ae29d_0_12"/>
          <p:cNvSpPr txBox="1"/>
          <p:nvPr/>
        </p:nvSpPr>
        <p:spPr>
          <a:xfrm>
            <a:off x="4286800" y="3066105"/>
            <a:ext cx="3702300" cy="9225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Subscripciones y 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descripción</a:t>
            </a: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del servicio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1" name="Google Shape;241;g38dc94ae29d_0_12"/>
          <p:cNvSpPr txBox="1"/>
          <p:nvPr/>
        </p:nvSpPr>
        <p:spPr>
          <a:xfrm>
            <a:off x="8120500" y="3988600"/>
            <a:ext cx="3702300" cy="8271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Derechos de autor y propiedad intelectual</a:t>
            </a:r>
            <a:endParaRPr b="0" i="0" sz="24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Logotipo&#10;&#10;Descripción generada automáticamente" id="242" name="Google Shape;242;g38dc94ae29d_0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023" y="299674"/>
            <a:ext cx="2663375" cy="652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5c762ae955_0_68"/>
          <p:cNvSpPr txBox="1"/>
          <p:nvPr>
            <p:ph type="ctrTitle"/>
          </p:nvPr>
        </p:nvSpPr>
        <p:spPr>
          <a:xfrm>
            <a:off x="2933875" y="-416550"/>
            <a:ext cx="7028700" cy="142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entury Gothic"/>
              <a:buNone/>
            </a:pPr>
            <a:r>
              <a:rPr lang="en-US" sz="4000"/>
              <a:t>Conclusiones generales</a:t>
            </a:r>
            <a:endParaRPr sz="4000"/>
          </a:p>
        </p:txBody>
      </p:sp>
      <p:sp>
        <p:nvSpPr>
          <p:cNvPr id="248" name="Google Shape;248;g35c762ae955_0_68"/>
          <p:cNvSpPr/>
          <p:nvPr/>
        </p:nvSpPr>
        <p:spPr>
          <a:xfrm flipH="1">
            <a:off x="530529" y="1"/>
            <a:ext cx="1155142" cy="591009"/>
          </a:xfrm>
          <a:custGeom>
            <a:rect b="b" l="l" r="r" t="t"/>
            <a:pathLst>
              <a:path extrusionOk="0" h="591009" w="1155142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5c762ae955_0_68"/>
          <p:cNvSpPr/>
          <p:nvPr/>
        </p:nvSpPr>
        <p:spPr>
          <a:xfrm flipH="1" rot="5400000">
            <a:off x="10843531" y="2080531"/>
            <a:ext cx="1737401" cy="959536"/>
          </a:xfrm>
          <a:custGeom>
            <a:rect b="b" l="l" r="r" t="t"/>
            <a:pathLst>
              <a:path extrusionOk="0" h="959536" w="1737401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g35c762ae955_0_68"/>
          <p:cNvSpPr/>
          <p:nvPr/>
        </p:nvSpPr>
        <p:spPr>
          <a:xfrm flipH="1">
            <a:off x="0" y="2916245"/>
            <a:ext cx="159741" cy="552996"/>
          </a:xfrm>
          <a:custGeom>
            <a:rect b="b" l="l" r="r" t="t"/>
            <a:pathLst>
              <a:path extrusionOk="0" h="552996" w="159741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5c762ae955_0_68"/>
          <p:cNvSpPr/>
          <p:nvPr/>
        </p:nvSpPr>
        <p:spPr>
          <a:xfrm flipH="1">
            <a:off x="0" y="5854045"/>
            <a:ext cx="1548180" cy="1004460"/>
          </a:xfrm>
          <a:custGeom>
            <a:rect b="b" l="l" r="r" t="t"/>
            <a:pathLst>
              <a:path extrusionOk="0" h="1022351" w="1548180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5c762ae955_0_68"/>
          <p:cNvSpPr/>
          <p:nvPr/>
        </p:nvSpPr>
        <p:spPr>
          <a:xfrm flipH="1">
            <a:off x="9775005" y="5717905"/>
            <a:ext cx="1771609" cy="1140095"/>
          </a:xfrm>
          <a:custGeom>
            <a:rect b="b" l="l" r="r" t="t"/>
            <a:pathLst>
              <a:path extrusionOk="0" h="1140095" w="1771609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5c762ae955_0_68"/>
          <p:cNvSpPr/>
          <p:nvPr/>
        </p:nvSpPr>
        <p:spPr>
          <a:xfrm flipH="1">
            <a:off x="10330470" y="6258755"/>
            <a:ext cx="1565940" cy="599245"/>
          </a:xfrm>
          <a:custGeom>
            <a:rect b="b" l="l" r="r" t="t"/>
            <a:pathLst>
              <a:path extrusionOk="0" h="599245" w="1565940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g35c762ae955_0_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35020" y="1356113"/>
            <a:ext cx="7315206" cy="5100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apesVTI">
  <a:themeElements>
    <a:clrScheme name="AnalogousFromDarkSeedLeftStep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2023-05-11T19:58:58Z</dcterms:created>
  <dc:creator>Acer</dc:creator>
</cp:coreProperties>
</file>